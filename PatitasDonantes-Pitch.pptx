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102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000000">
                    <a:alpha val="15000"/>
                  </a:srgbClr>
                </a:solidFill>
              </a:rPr>
              <a:t>🐾</a:t>
            </a:r>
            <a:endParaRPr lang="en-US" sz="200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PatitasDonantes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El sistema que conecta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donantes de sangre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con mascotas que lo necesitan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CA5A5"/>
                </a:solidFill>
              </a:rPr>
              <a:t>Plataforma digital · Gestión de donantes y solicitudes · Red de veterinarias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ECDD3"/>
                </a:solidFill>
              </a:rPr>
              <a:t>2026 — Presentación Comercial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11D48"/>
                </a:solidFill>
              </a:rPr>
              <a:t>El problema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77724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E293B"/>
                </a:solidFill>
              </a:rPr>
              <a:t>Cada día, mascotas mueren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E293B"/>
                </a:solidFill>
              </a:rPr>
              <a:t>por falta de donantes de sangre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6012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Sin visibilidad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Los dueños no saben dónde conseguir donantes cuando su mascota lo necesita urgente.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22860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⏱️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9204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Tiempo crítico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788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En emergencias, buscar donante por contactos personales demora horas que no hay.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🏥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82396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Vets aisladas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7889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4748B"/>
                </a:solidFill>
              </a:rPr>
              <a:t>Las veterinarias no tienen un sistema centralizado para coordinar donaciones.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38912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389120"/>
            <a:ext cx="11612880" cy="1097280"/>
          </a:xfrm>
          <a:prstGeom prst="roundRect">
            <a:avLst>
              <a:gd name="adj" fmla="val 10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6177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0102B"/>
                </a:solidFill>
              </a:rPr>
              <a:t>"El banco de sangre veterinario más cercano puede estar a 40 km — y muchas mascotas no llegan."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2" name="Text 20"/>
          <p:cNvSpPr/>
          <p:nvPr/>
        </p:nvSpPr>
        <p:spPr>
          <a:xfrm>
            <a:off x="1170432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11D48"/>
                </a:solidFill>
              </a:rPr>
              <a:t>La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E293B"/>
                </a:solidFill>
              </a:rPr>
              <a:t>PatitasDonantes — una plataforma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E293B"/>
                </a:solidFill>
              </a:rPr>
              <a:t>que conecta en segundos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920240"/>
            <a:ext cx="29260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🐕🐈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E11D48"/>
                </a:solidFill>
              </a:rPr>
              <a:t>DONANTE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Mascotas sanas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registradas en la 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✓ Tipo de sangre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✓ Disponibilidad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✓ Ubicación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3127248"/>
            <a:ext cx="1280160" cy="10972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840" y="2962656"/>
            <a:ext cx="0" cy="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7720" y="2194560"/>
            <a:ext cx="292608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28600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🐾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617720" y="3200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PatitasDonantes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35204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Algoritmo de matching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CA5A5"/>
                </a:solidFill>
              </a:rPr>
              <a:t>por tipo de sangre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3127248"/>
            <a:ext cx="1280160" cy="10972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8915400" y="1920240"/>
            <a:ext cx="29260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915400" y="2011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91540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D9488"/>
                </a:solidFill>
              </a:rPr>
              <a:t>VETERINARIA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15400" y="3063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Clínicas adheridas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la red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06840" y="3611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✓ Solicitan sangre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✓ Reciben matches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</a:rPr>
              <a:t>✓ Coordinan donación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754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1D48"/>
                </a:solidFill>
              </a:rPr>
              <a:t>&lt; 2 min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para encontrar un match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480560" y="4754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1D48"/>
                </a:solidFill>
              </a:rPr>
              <a:t>100%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48056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sin lucro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11D48"/>
                </a:solidFill>
              </a:rPr>
              <a:t>24/7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412480" y="5257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urgencias disponibles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29" name="Text 27"/>
          <p:cNvSpPr/>
          <p:nvPr/>
        </p:nvSpPr>
        <p:spPr>
          <a:xfrm>
            <a:off x="1170432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11D48"/>
                </a:solidFill>
              </a:rPr>
              <a:t>¿Cómo funciona?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Tres pasos. Simple para todos.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11D48">
                    <a:alpha val="15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❤️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04088" y="2286000"/>
            <a:ext cx="54864" cy="6858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4173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Registrás tu mascota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88720" y="176479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El dueño completa el perfil del donante: especie, raza, peso, tipo de sangre, vacunas y datos de contacto.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2377440"/>
            <a:ext cx="2926080" cy="237744"/>
          </a:xfrm>
          <a:prstGeom prst="roundRect">
            <a:avLst>
              <a:gd name="adj" fmla="val 15385"/>
            </a:avLst>
          </a:prstGeom>
          <a:solidFill>
            <a:srgbClr val="E11D48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37744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11D48"/>
                </a:solidFill>
              </a:rPr>
              <a:t>Formulario guiado · Tarda 3 minutos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9260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D9488">
                    <a:alpha val="15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11480" y="3154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🔔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04088" y="3840480"/>
            <a:ext cx="54864" cy="6858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97180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Recibís alertas de compatibilidad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331927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Cuando una veterinaria carga una solicitud urgente, el sistema identifica donantes compatibles y los notifica.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3931920"/>
            <a:ext cx="2926080" cy="237744"/>
          </a:xfrm>
          <a:prstGeom prst="roundRect">
            <a:avLst>
              <a:gd name="adj" fmla="val 15385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93192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Algoritmo de matching por tipo de sangre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48056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59669">
                    <a:alpha val="15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20" name="Text 18"/>
          <p:cNvSpPr/>
          <p:nvPr/>
        </p:nvSpPr>
        <p:spPr>
          <a:xfrm>
            <a:off x="411480" y="4709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188720" y="452628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Coordinás la donación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188720" y="4873752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</a:rPr>
              <a:t>Dueño y veterinaria se contactan directamente para acordar el día y hora. El proceso de extracción dura ~45 min.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5486400"/>
            <a:ext cx="2926080" cy="237744"/>
          </a:xfrm>
          <a:prstGeom prst="roundRect">
            <a:avLst>
              <a:gd name="adj" fmla="val 15385"/>
            </a:avLst>
          </a:prstGeom>
          <a:solidFill>
            <a:srgbClr val="059669">
              <a:alpha val="12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188720" y="5486400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Seguro · Sin costo · Salva una vida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412480" y="128016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📱</a:t>
            </a:r>
            <a:endParaRPr lang="en-US" sz="6000" dirty="0"/>
          </a:p>
        </p:txBody>
      </p:sp>
      <p:sp>
        <p:nvSpPr>
          <p:cNvPr id="27" name="Text 25"/>
          <p:cNvSpPr/>
          <p:nvPr/>
        </p:nvSpPr>
        <p:spPr>
          <a:xfrm>
            <a:off x="841248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App Web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595360" y="2971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Responsive · funciona 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cualquier dispositivo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95360" y="3566160"/>
            <a:ext cx="3200400" cy="5486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Shape 28"/>
          <p:cNvSpPr/>
          <p:nvPr/>
        </p:nvSpPr>
        <p:spPr>
          <a:xfrm>
            <a:off x="8686800" y="3749040"/>
            <a:ext cx="128016" cy="12801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8915400" y="37307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Solicitudes urgentes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0" y="4133088"/>
            <a:ext cx="128016" cy="12801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3" name="Text 31"/>
          <p:cNvSpPr/>
          <p:nvPr/>
        </p:nvSpPr>
        <p:spPr>
          <a:xfrm>
            <a:off x="8915400" y="4114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Donantes compatibles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686800" y="4517136"/>
            <a:ext cx="128016" cy="12801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8915400" y="4498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Red de veterinarias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686800" y="4901184"/>
            <a:ext cx="128016" cy="128016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37" name="Text 35"/>
          <p:cNvSpPr/>
          <p:nvPr/>
        </p:nvSpPr>
        <p:spPr>
          <a:xfrm>
            <a:off x="8915400" y="488289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Panel de administración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9" name="Text 37"/>
          <p:cNvSpPr/>
          <p:nvPr/>
        </p:nvSpPr>
        <p:spPr>
          <a:xfrm>
            <a:off x="1170432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Funcionalidades del sistema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Todo lo que necesitás en una sola plataforma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7607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502920" cy="2331720"/>
          </a:xfrm>
          <a:prstGeom prst="roundRect">
            <a:avLst>
              <a:gd name="adj" fmla="val 21818"/>
            </a:avLst>
          </a:prstGeom>
          <a:solidFill>
            <a:srgbClr val="E11D48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🩸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18288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Solicitudes de sangre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41832" y="225856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22128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Niveles de urgencia (urgente / moderado / programado)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41832" y="257860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3" name="Text 11"/>
          <p:cNvSpPr/>
          <p:nvPr/>
        </p:nvSpPr>
        <p:spPr>
          <a:xfrm>
            <a:off x="1115568" y="25328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Formulario guiado con datos del paciente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1832" y="289864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285292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Matching automático con donantes disponibles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41832" y="3218688"/>
            <a:ext cx="91440" cy="9144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1115568" y="31729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Contacto directo con la veterinaria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1234440"/>
            <a:ext cx="57607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55080" y="1234440"/>
            <a:ext cx="502920" cy="2331720"/>
          </a:xfrm>
          <a:prstGeom prst="roundRect">
            <a:avLst>
              <a:gd name="adj" fmla="val 21818"/>
            </a:avLst>
          </a:prstGeom>
          <a:solidFill>
            <a:srgbClr val="0D9488">
              <a:alpha val="12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903720" y="18288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Gestión de donantes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76872" y="225856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7150608" y="22128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Registro completo con perfil de salud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976872" y="257860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7150608" y="25328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Estados: disponible / en evaluación / en descanso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76872" y="289864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7150608" y="285292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Historial de donaciones y última fecha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76872" y="3218688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7150608" y="31729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Búsqueda por zona, especie y tipo de sangre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794760"/>
            <a:ext cx="57607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794760"/>
            <a:ext cx="502920" cy="2331720"/>
          </a:xfrm>
          <a:prstGeom prst="roundRect">
            <a:avLst>
              <a:gd name="adj" fmla="val 21818"/>
            </a:avLst>
          </a:prstGeom>
          <a:solidFill>
            <a:srgbClr val="7C3AED">
              <a:alpha val="12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68680" y="4389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Red de veterinarias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41832" y="481888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1115568" y="47731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Alta de veterinarias desde panel admin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1832" y="513892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7" name="Text 35"/>
          <p:cNvSpPr/>
          <p:nvPr/>
        </p:nvSpPr>
        <p:spPr>
          <a:xfrm>
            <a:off x="1115568" y="509320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Filtro por zona y servicios ofrecidos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41832" y="545896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1115568" y="54132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Solicitudes activas por clínica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41832" y="577900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1115568" y="57332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Activar / desactivar participación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55080" y="3794760"/>
            <a:ext cx="57607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355080" y="3794760"/>
            <a:ext cx="502920" cy="2331720"/>
          </a:xfrm>
          <a:prstGeom prst="roundRect">
            <a:avLst>
              <a:gd name="adj" fmla="val 21818"/>
            </a:avLst>
          </a:prstGeom>
          <a:solidFill>
            <a:srgbClr val="D97706">
              <a:alpha val="12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9037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⚙️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03720" y="4389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Panel de administración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976872" y="481888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7" name="Text 45"/>
          <p:cNvSpPr/>
          <p:nvPr/>
        </p:nvSpPr>
        <p:spPr>
          <a:xfrm>
            <a:off x="7150608" y="477316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Login seguro para el equipo operativo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976872" y="513892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9" name="Text 47"/>
          <p:cNvSpPr/>
          <p:nvPr/>
        </p:nvSpPr>
        <p:spPr>
          <a:xfrm>
            <a:off x="7150608" y="509320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Gestión completa de veterinarias adheridas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976872" y="545896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1" name="Text 49"/>
          <p:cNvSpPr/>
          <p:nvPr/>
        </p:nvSpPr>
        <p:spPr>
          <a:xfrm>
            <a:off x="7150608" y="541324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Cambios reflejados en tiempo real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976872" y="577900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53" name="Text 51"/>
          <p:cNvSpPr/>
          <p:nvPr/>
        </p:nvSpPr>
        <p:spPr>
          <a:xfrm>
            <a:off x="7150608" y="5733288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Preparado para escalar con backend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55" name="Text 53"/>
          <p:cNvSpPr/>
          <p:nvPr/>
        </p:nvSpPr>
        <p:spPr>
          <a:xfrm>
            <a:off x="1170432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11D48"/>
                </a:solidFill>
              </a:rPr>
              <a:t>Tecnología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93B"/>
                </a:solidFill>
              </a:rPr>
              <a:t>Rápido, moderno y listo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293B"/>
                </a:solidFill>
              </a:rPr>
              <a:t>para conectar con cualquier backend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3657600" cy="228600"/>
          </a:xfrm>
          <a:prstGeom prst="roundRect">
            <a:avLst>
              <a:gd name="adj" fmla="val 48000"/>
            </a:avLst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121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React 18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487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UI declarativa con componentes reutilizables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828800"/>
            <a:ext cx="3657600" cy="228600"/>
          </a:xfrm>
          <a:prstGeom prst="roundRect">
            <a:avLst>
              <a:gd name="adj" fmla="val 48000"/>
            </a:avLst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526280" y="2121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Tailwind CSS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26280" y="2487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Diseño responsive sin escribir CSS personalizado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21040" y="1828800"/>
            <a:ext cx="3657600" cy="228600"/>
          </a:xfrm>
          <a:prstGeom prst="roundRect">
            <a:avLst>
              <a:gd name="adj" fmla="val 48000"/>
            </a:avLst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8458200" y="21214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React Router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58200" y="248716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Navegación SPA fluida entre todas las pantallas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474720"/>
            <a:ext cx="3657600" cy="228600"/>
          </a:xfrm>
          <a:prstGeom prst="roundRect">
            <a:avLst>
              <a:gd name="adj" fmla="val 48000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767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React Context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4360" y="41330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Estado global compartido entre admin y sitio público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7472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89120" y="3474720"/>
            <a:ext cx="3657600" cy="228600"/>
          </a:xfrm>
          <a:prstGeom prst="roundRect">
            <a:avLst>
              <a:gd name="adj" fmla="val 48000"/>
            </a:avLst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526280" y="3767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Vite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41330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Build instantáneo — producción en &lt; 3 segundos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21040" y="3474720"/>
            <a:ext cx="36576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321040" y="3474720"/>
            <a:ext cx="3657600" cy="228600"/>
          </a:xfrm>
          <a:prstGeom prst="roundRect">
            <a:avLst>
              <a:gd name="adj" fmla="val 48000"/>
            </a:avLst>
          </a:prstGeom>
          <a:solidFill>
            <a:srgbClr val="00C7B7"/>
          </a:solidFill>
          <a:ln/>
        </p:spPr>
      </p:sp>
      <p:sp>
        <p:nvSpPr>
          <p:cNvPr id="27" name="Text 25"/>
          <p:cNvSpPr/>
          <p:nvPr/>
        </p:nvSpPr>
        <p:spPr>
          <a:xfrm>
            <a:off x="8458200" y="37673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Netlify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41330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</a:rPr>
              <a:t>Deploy automático desde GitHub en cada push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074920"/>
            <a:ext cx="11384280" cy="868680"/>
          </a:xfrm>
          <a:prstGeom prst="roundRect">
            <a:avLst>
              <a:gd name="adj" fmla="val 12632"/>
            </a:avLst>
          </a:prstGeom>
          <a:solidFill>
            <a:srgbClr val="F0FDF4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5074920"/>
            <a:ext cx="11384280" cy="868680"/>
          </a:xfrm>
          <a:prstGeom prst="roundRect">
            <a:avLst>
              <a:gd name="adj" fmla="val 12632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1663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9728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534"/>
                </a:solidFill>
              </a:rPr>
              <a:t>Arquitectura preparada para backend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544068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5803D"/>
                </a:solidFill>
              </a:rPr>
              <a:t>El prototipo actual usa datos hardcodeados en memoria. En fase 2, los componentes se conectan a una API REST o GraphQL sin reescribir la UI.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5" name="Text 33"/>
          <p:cNvSpPr/>
          <p:nvPr/>
        </p:nvSpPr>
        <p:spPr>
          <a:xfrm>
            <a:off x="1170432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0102B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365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A5A5"/>
                </a:solidFill>
              </a:rPr>
              <a:t>¿Por qué PatitasDonantes?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No es solo una app.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Es infraestructura para salvar vidas.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8872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Velocidad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6517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Solicitud publicada → donantes notificados en segundos. En urgencias, cada minuto cuenta.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2064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Compatibilidad exacta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6517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El algoritmo filtra automáticamente por especie, tipo de sangre y disponibilidad.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321040" y="210312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21945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2240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Comunidad conectada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265176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Veterinarias, dueños y mascotas en un mismo ecosistema. Todos ganan.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06908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0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18872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Trazabilidad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46177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Historial de donaciones, estados actualizados, y panel de gestión en tiempo real.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406908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0" y="4160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12064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 fricción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26280" y="46177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Funciona en el celular del bolsillo. No requiere descarga de ninguna aplicación.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21040" y="406908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1605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052560" y="4206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Escalable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58200" y="4617720"/>
            <a:ext cx="3429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El prototipo está listo. La arquitectura permite agregar backend, notificaciones y más.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1" name="Text 2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ECDD3"/>
                </a:solidFill>
              </a:rPr>
              <a:t>Un proyecto de impacto social · Con tecnología de primer nivel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>
                    <a:alpha val="20000"/>
                  </a:srgbClr>
                </a:solidFill>
              </a:rPr>
              <a:t>🐾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Próximos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pasos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Del prototipo al producto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</a:rPr>
              <a:t>listo para producción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5303520"/>
            <a:ext cx="4023360" cy="54864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5486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11D48"/>
                </a:solidFill>
              </a:rPr>
              <a:t>¿Arrancamos?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58978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contacto@patitasdonantes.com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0" y="457200"/>
            <a:ext cx="694944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457200"/>
            <a:ext cx="6949440" cy="347472"/>
          </a:xfrm>
          <a:prstGeom prst="roundRect">
            <a:avLst>
              <a:gd name="adj" fmla="val 21053"/>
            </a:avLst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5166360" y="49377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Fase 1 · Ya listo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66360" y="93268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22392" y="9144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Prototipo funcional navegable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12527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22392" y="12344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Admin de veterinarias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66360" y="157276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22392" y="15544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Matching por tipo de sangre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18928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22392" y="18745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Deploy en Netlify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0" y="2468880"/>
            <a:ext cx="694944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2468880"/>
            <a:ext cx="6949440" cy="347472"/>
          </a:xfrm>
          <a:prstGeom prst="roundRect">
            <a:avLst>
              <a:gd name="adj" fmla="val 21053"/>
            </a:avLst>
          </a:prstGeom>
          <a:solidFill>
            <a:srgbClr val="E11D48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25054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Fase 2 · Backend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294436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22392" y="29260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API REST con Node.js / Supabase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66360" y="326440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22392" y="324612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Autenticación real de usuarios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5844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22392" y="35661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Notificaciones push / email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66360" y="390448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22392" y="38862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Base de datos persistente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4480560"/>
            <a:ext cx="694944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16200000">
              <a:srgbClr val="00000015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4480560"/>
            <a:ext cx="6949440" cy="347472"/>
          </a:xfrm>
          <a:prstGeom prst="roundRect">
            <a:avLst>
              <a:gd name="adj" fmla="val 21053"/>
            </a:avLst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451713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</a:rPr>
              <a:t>Fase 3 · Crecimiento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495604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22392" y="493776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App móvil nativa (React Native)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66360" y="527608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22392" y="52578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Notificaciones geográficas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166360" y="559612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22392" y="55778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Estadísticas e impacto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66360" y="5916168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22392" y="589788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Onboarding de veterinarias masivo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44" name="Text 42"/>
          <p:cNvSpPr/>
          <p:nvPr/>
        </p:nvSpPr>
        <p:spPr>
          <a:xfrm>
            <a:off x="11704320" y="6492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12192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000000">
                    <a:alpha val="8000"/>
                  </a:srgbClr>
                </a:solidFill>
              </a:rPr>
              <a:t>🐾</a:t>
            </a:r>
            <a:endParaRPr lang="en-US" sz="28000" dirty="0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Cada donación</a:t>
            </a:r>
            <a:endParaRPr lang="en-US" sz="4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puede salvar una vida.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ECDD3"/>
                </a:solidFill>
              </a:rPr>
              <a:t>Construyamos PatitasDonantes juntos.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0" y="3931920"/>
            <a:ext cx="393192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3931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💧 patitasdonantes.netlify.app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ECDD3"/>
                </a:solidFill>
              </a:rPr>
              <a:t>© 2026 PatitasDonantes — Todos los derechos reservados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PatitasDonantes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PatitasDonantes</dc:creator>
  <cp:lastModifiedBy>PatitasDonantes</cp:lastModifiedBy>
  <cp:revision>1</cp:revision>
  <dcterms:created xsi:type="dcterms:W3CDTF">2026-06-23T01:18:36Z</dcterms:created>
  <dcterms:modified xsi:type="dcterms:W3CDTF">2026-06-23T01:18:36Z</dcterms:modified>
</cp:coreProperties>
</file>